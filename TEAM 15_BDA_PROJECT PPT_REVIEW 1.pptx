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03361-4456-4785-80a8-11e59ccb87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d1ec8-d963-4a99-a72a-a6d44eb5cc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f953f-cc5e-4e79-b01e-31a1bd741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feb87c-db6d-4be6-8cb9-f76a1a5d26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aa2e7a-2cf0-49b8-8d19-2230fb696e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cc6a0-4a13-452c-8fff-89aa038a3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8151d-14c1-42cd-9efa-62cea06d05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