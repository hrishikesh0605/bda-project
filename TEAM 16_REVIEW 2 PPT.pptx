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8" y="960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400" b="1">
                <a:solidFill>
                  <a:srgbClr val="00FFCC"/>
                </a:solidFill>
              </a:defRPr>
            </a:pPr>
            <a:r>
              <a:rPr dirty="0"/>
              <a:t>WEATHER DATA ANALYTICS</a:t>
            </a:r>
            <a:br>
              <a:rPr dirty="0"/>
            </a:br>
            <a:r>
              <a:rPr dirty="0"/>
              <a:t>USING BIG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2080506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Department of CSE</a:t>
            </a:r>
            <a:br>
              <a:rPr dirty="0"/>
            </a:br>
            <a:r>
              <a:rPr dirty="0"/>
              <a:t>Final Project Review</a:t>
            </a:r>
            <a:br>
              <a:rPr dirty="0"/>
            </a:br>
            <a:r>
              <a:rPr dirty="0"/>
              <a:t>A.Y. 2025-2026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7296" y="3429000"/>
            <a:ext cx="2083968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b="1">
                <a:solidFill>
                  <a:srgbClr val="00FFCC"/>
                </a:solidFill>
              </a:defRPr>
            </a:pPr>
            <a:r>
              <a:rPr dirty="0"/>
              <a:t>TEAM 16 MEMBERS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• P. Hrishikesh Reddy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• P. Abhinav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• M. Sohan Reddy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00FFCC"/>
                </a:solidFill>
              </a:defRPr>
            </a:pPr>
            <a:r>
              <a:t>Introduction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Data Explosion: Massive datasets from satellites and sensors.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The Bottleneck: Traditional SQL/Excel tools lack scalability.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Big Data Solution: Distributed processing and real-time analysis.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Motivation: Fast and accurate weather analysis for global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00FFCC"/>
                </a:solidFill>
              </a:defRPr>
            </a:pPr>
            <a: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1. Data Collection: Large-scale historical weather datasets.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2. Preprocessing: Cleaning and normalization via Pandas/Tidyr.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3. Storage: Efficient Big Data compatible structures.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4. Analysis: Statistical modeling &amp; trend identification.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5. Visualization: Interactive dashboards and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FFCC"/>
                </a:solidFill>
              </a:defRPr>
            </a:pPr>
            <a:r>
              <a:t>Project Result: Historical Trend Interface</a:t>
            </a:r>
          </a:p>
        </p:txBody>
      </p:sp>
      <p:pic>
        <p:nvPicPr>
          <p:cNvPr id="3" name="Picture 2" descr="image_174ae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647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FFCC"/>
                </a:solidFill>
              </a:defRPr>
            </a:pPr>
            <a:r>
              <a:t>Project Result: 7-Day Prediction Dashboard</a:t>
            </a:r>
          </a:p>
        </p:txBody>
      </p:sp>
      <p:pic>
        <p:nvPicPr>
          <p:cNvPr id="3" name="Picture 2" descr="image_174b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881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FFCC"/>
                </a:solidFill>
              </a:defRPr>
            </a:pPr>
            <a:r>
              <a:t>Implementation: Core Python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@st.cache_data</a:t>
            </a:r>
            <a:br/>
            <a:r>
              <a:t>def load_data(file):</a:t>
            </a:r>
            <a:br/>
            <a:r>
              <a:t>    return pd.read_csv(file)</a:t>
            </a:r>
            <a:br/>
            <a:br/>
            <a:r>
              <a:t>@st.cache_resource</a:t>
            </a:r>
            <a:br/>
            <a:r>
              <a:t>def train_model(X, y):</a:t>
            </a:r>
            <a:br/>
            <a:r>
              <a:t>    model = LinearRegression().fit(X, y)</a:t>
            </a:r>
            <a:br/>
            <a:r>
              <a:t>    return model</a:t>
            </a:r>
            <a:br/>
            <a:br/>
            <a:r>
              <a:t># 7-Day Forecast Calculation</a:t>
            </a:r>
            <a:br/>
            <a:r>
              <a:t>future_days = np.arange(len(city_df), len(city_df) + 7).reshape(-1, 1)</a:t>
            </a:r>
            <a:br/>
            <a:r>
              <a:t>predictions = model.predict(future_days)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FFCC"/>
                </a:solidFill>
              </a:defRPr>
            </a:pPr>
            <a:r>
              <a:t>Performance &amp; Key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Scalability: Optimized pipeline handling massive daily datasets.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Speed: Used @st.cache for near-instant rendering of results.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Insights: Automated 'Extreme Weather' day detection logic.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Reliability: Cleaned and preprocessed codebase for robust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FFCC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Proven feasibility of Python/Streamlit for big data weather tools.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Future: Moving to Apache Spark for multi-terabyte scale.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Future: Integration of real-time IoT sensor API feeds.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• Future: Implementing Deep Learning (LSTM) for non-linear trends.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361</Words>
  <Application>Microsoft Office PowerPoint</Application>
  <PresentationFormat>On-screen Show (4:3)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Hrishikesh Reddy</dc:creator>
  <cp:keywords/>
  <dc:description>generated using python-pptx</dc:description>
  <cp:lastModifiedBy>Hrishikesh Reddy</cp:lastModifiedBy>
  <cp:revision>4</cp:revision>
  <dcterms:created xsi:type="dcterms:W3CDTF">2013-01-27T09:14:16Z</dcterms:created>
  <dcterms:modified xsi:type="dcterms:W3CDTF">2026-04-20T15:50:40Z</dcterms:modified>
  <cp:category/>
</cp:coreProperties>
</file>